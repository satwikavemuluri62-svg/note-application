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70" r:id="rId8"/>
    <p:sldId id="268" r:id="rId9"/>
    <p:sldId id="264" r:id="rId10"/>
    <p:sldId id="267" r:id="rId11"/>
    <p:sldId id="266" r:id="rId12"/>
    <p:sldId id="265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8B6C-C69E-11C7-9D68-FA0D9A6E42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171DB-5669-F97E-B040-E3DED3345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AE64BC-A9DB-464E-466C-E4431124F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4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DF1D-DA6D-221C-75C2-E050B861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14D142-622C-AC53-24F9-10E65DCF4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73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2E52-5C1F-5596-3FD4-EF88E374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D4240D-40D1-B074-CAB0-005357B1E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8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0EFC-3E35-EC8C-7880-216376B8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EF1FDA-8F7F-C105-C56F-47BAE1867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6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EB94-3020-C1CF-6E6C-3218D317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493818-BF00-76A8-2087-0E8915337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7073" y="0"/>
            <a:ext cx="12322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2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0059-92EC-E41B-494C-623072F83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7D7DDC-B085-9A6A-27D9-7F1312B47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40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65E7-7285-9E7A-EFE9-86B5B52C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BD0AE8-0CFF-92D1-58BF-4101AB8A2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97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2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120E-4B82-842D-E046-FED576F5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100E0D-E4D9-869F-E125-DF51A1F98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-660797"/>
            <a:ext cx="12192000" cy="917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08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A6FF-D6DA-EB5C-C046-C5A5BFC1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BBA65DE-4313-6006-2B44-C01853E29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2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F488-842F-A30C-D1D9-96AFB3EE0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7D27DC-3019-9D3C-7064-1CC79A909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053703"/>
            <a:ext cx="12358688" cy="92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72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9313-A4A1-1D5E-F888-CB67F47C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84BF28-636B-2078-8A7C-60FAF6352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05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3487-9D01-F56E-24E2-D9EA7F3D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9EA7D4-2E9E-4858-18D4-CCFBFD65A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3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1A80-CD9F-8DF3-34E4-E3C264A3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D4A2FB-105F-C948-AF6A-E6AF79890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70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67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D051-C2E7-46B6-71D5-66D3565F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89F9CB-416F-D6DB-98FA-136134F64C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90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Deepthi Thota</dc:creator>
  <cp:lastModifiedBy>Deepthi Thota</cp:lastModifiedBy>
  <cp:revision>4</cp:revision>
  <dcterms:created xsi:type="dcterms:W3CDTF">2025-12-23T12:55:50Z</dcterms:created>
  <dcterms:modified xsi:type="dcterms:W3CDTF">2025-12-24T14:14:20Z</dcterms:modified>
</cp:coreProperties>
</file>